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SUPPORTBOT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Your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Entire Business Stack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291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C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event fires a secure webhook your tools can act on.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C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code required on your 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visitor chat to business action — automatically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" y="1691640"/>
            <a:ext cx="0" cy="338328"/>
          </a:xfrm>
          <a:prstGeom prst="line">
            <a:avLst/>
          </a:prstGeom>
          <a:noFill/>
          <a:ln w="19050">
            <a:solidFill>
              <a:srgbClr val="E0E0E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43000" y="1188720"/>
            <a:ext cx="754380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chats on your website via SupportBot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" y="2532888"/>
            <a:ext cx="0" cy="338328"/>
          </a:xfrm>
          <a:prstGeom prst="line">
            <a:avLst/>
          </a:prstGeom>
          <a:noFill/>
          <a:ln w="19050">
            <a:solidFill>
              <a:srgbClr val="E0E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143000" y="2029968"/>
            <a:ext cx="754380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0299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 lead, escalation, or conversation 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" y="3374136"/>
            <a:ext cx="0" cy="338328"/>
          </a:xfrm>
          <a:prstGeom prst="line">
            <a:avLst/>
          </a:prstGeom>
          <a:noFill/>
          <a:ln w="19050">
            <a:solidFill>
              <a:srgbClr val="E0E0E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43000" y="2871216"/>
            <a:ext cx="754380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8712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SupportBot fires a signed webhook to your URL instantly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3712464"/>
            <a:ext cx="754380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71246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 handle the rest — Slack, Sheets, Notion, email...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events cover every customer journey moment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1097280" cy="27432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lead_captured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expresses buying intent.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CRM or notify your sales team.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51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417320"/>
            <a:ext cx="1097280" cy="2743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escalation_triggered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hands off to a human.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via Slack, Telegram, or email instantly.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18872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17320"/>
            <a:ext cx="1097280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7220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54F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conversation_ended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session closes.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to Notion, Sheets, or your helpdesk.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with anything that accepts a webhook URL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234440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234440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Activepieces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Pipedream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1901952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901952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901952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901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569464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69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2569464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569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9464"/>
            <a:ext cx="20116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69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569464"/>
            <a:ext cx="201168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5694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any URL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BUILT 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security on every request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3560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signature on every webhook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43560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X-SupportBot-Signature header for easy verification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44144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2402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webhook secrets — each client is isolated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24028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44144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2402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SSRF-guarded custom HTTPS endpoints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44728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461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retry with isolated DB sessions on failure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402336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3447288"/>
            <a:ext cx="347472" cy="34747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24612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subscription filtering — only receive what you need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PAYLOAD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JSON — ready for any integration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3474720"/>
          </a:xfrm>
          <a:prstGeom prst="rect">
            <a:avLst/>
          </a:prstGeom>
          <a:solidFill>
            <a:srgbClr val="0A2A22"/>
          </a:solidFill>
          <a:ln w="12700">
            <a:solidFill>
              <a:srgbClr val="0A2A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"event_type": "lead_captured",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"bot_id": "abc123",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"2026-05-07T10:00:00Z",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"visitor_id": "v_xyz",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"bot_name": "Acme Support",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"Interested in enterprise plan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743200" cy="8686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280160"/>
            <a:ext cx="54864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includes HMAC-SHA256 signature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2743200" cy="8686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377440"/>
            <a:ext cx="54864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JSON schema across all event types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474720"/>
            <a:ext cx="2743200" cy="8686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474720"/>
            <a:ext cx="54864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in real-time, async retry on failure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SUPPORTBOT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once.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with everything.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webhook. Unlimited possibilities.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SupportBot Studio - Webhook Integrations</dc:title>
  <dc:subject>PptxGenJS Presentation</dc:subject>
  <dc:creator>PptxGenJS</dc:creator>
  <cp:lastModifiedBy>PptxGenJS</cp:lastModifiedBy>
  <cp:revision>1</cp:revision>
  <dcterms:created xsi:type="dcterms:W3CDTF">2026-05-07T20:37:53Z</dcterms:created>
  <dcterms:modified xsi:type="dcterms:W3CDTF">2026-05-07T20:37:53Z</dcterms:modified>
</cp:coreProperties>
</file>